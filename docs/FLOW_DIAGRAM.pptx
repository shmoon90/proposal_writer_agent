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Proposal Writer Agent — 에이전트 · MCP · 도구 · 코드 흐름</a:t>
            </a:r>
          </a:p>
          <a:p>
            <a:r>
              <a:rPr sz="1800"/>
              <a:t>구현 기준 2026-10-15 · 원본: docs/FLOW_DIAGRAM.md · 렌더링: scripts/render_flow_diagrams.py (Pillow)</a:t>
            </a:r>
          </a:p>
          <a:p>
            <a:r>
              <a:rPr sz="1600"/>
              <a:t>스킬·서브에이전트는 사용하지 않음. 에이전트가 쓰는 것은 pwa MCP 읽기 도구 10종과 tech_researcher의 WebSearch/WebFetch뿐이며, 파일·ID·일정·QA·게이트는 코드가 수행한다.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1. 전체 구조</a:t>
            </a:r>
          </a:p>
        </p:txBody>
      </p:sp>
      <p:pic>
        <p:nvPicPr>
          <p:cNvPr id="3" name="Picture 2" descr="flow_01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777240"/>
            <a:ext cx="9144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2. 에이전트 1회 호출 시퀀스</a:t>
            </a:r>
          </a:p>
        </p:txBody>
      </p:sp>
      <p:pic>
        <p:nvPicPr>
          <p:cNvPr id="3" name="Picture 2" descr="flow_02_agent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777240"/>
            <a:ext cx="9144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3. 제안 단계 파이프라인·게이트</a:t>
            </a:r>
          </a:p>
        </p:txBody>
      </p:sp>
      <p:pic>
        <p:nvPicPr>
          <p:cNvPr id="3" name="Picture 2" descr="flow_03_propos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777240"/>
            <a:ext cx="9144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4. 구축 단계 변경관리 흐름</a:t>
            </a:r>
          </a:p>
        </p:txBody>
      </p:sp>
      <p:pic>
        <p:nvPicPr>
          <p:cNvPr id="3" name="Picture 2" descr="flow_04_build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777240"/>
            <a:ext cx="9144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5. 역할 ↔ 도구 ↔ MCP 매트릭스</a:t>
            </a:r>
          </a:p>
        </p:txBody>
      </p:sp>
      <p:pic>
        <p:nvPicPr>
          <p:cNvPr id="3" name="Picture 2" descr="flow_05_role_tool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777240"/>
            <a:ext cx="11612880" cy="5322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